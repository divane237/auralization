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861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Interactive Online Digital Learning Tools for Acoustic Signal Processing</a:t>
            </a:r>
          </a:p>
          <a:p>
            <a:pPr marL="0" indent="0" algn="ctr"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Digital Signal Processing Course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dirty="0" err="1">
                <a:solidFill>
                  <a:schemeClr val="bg1"/>
                </a:solidFill>
              </a:rPr>
              <a:t>Djoumetio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Jeugo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Divane</a:t>
            </a:r>
            <a:r>
              <a:rPr lang="en-IN" sz="1600" dirty="0">
                <a:solidFill>
                  <a:schemeClr val="bg1"/>
                </a:solidFill>
              </a:rPr>
              <a:t>, Hamza Zaveri, Sameer Hasan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Universität Ilmenau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Textbooks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content without interactive elements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🔊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4592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Concepts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3017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visualize sound and acoustics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4592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Engagement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4023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hands-on experimentation or real-time feedback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web-based platform that transforms acoustic theory into engaging, hands-on learning experiences.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Modules from 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Auralization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fundamentals to advanced simulation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56032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3504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simulations and graphs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73736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labs and exercises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84048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and progress tracking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1645920"/>
            <a:ext cx="25603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generation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645920"/>
            <a:ext cx="25603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quizzes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examples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simulations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Experience: Homepage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hero section with book overview and author details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423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Quote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"Learning acoustics is not just about formulas—it is about hearing the math."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Course Navigation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modules displayed as interactive cards with direct access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297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light/dark mode with system preference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Experience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10312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Interface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table of contents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quizzes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Distraction-free reading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(WCAG compliant)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loading times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animations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Print-friendly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Components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2350008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56032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3088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questions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score display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560320" cy="2350008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6032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84448" y="2217420"/>
            <a:ext cx="23408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viewer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acoustics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spatial audio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560320" cy="2350008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256032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28816" y="2194560"/>
            <a:ext cx="2313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integration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highlighting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to clipboard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browser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289304"/>
            <a:ext cx="64008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progress analytics dashboard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discussion forums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simulation tools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personalized learning paths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"Learning acoustics is not just about formulas—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about hearing the math."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Dr. Imran Muhammad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316</Words>
  <Application>Microsoft Macintosh PowerPoint</Application>
  <PresentationFormat>On-screen Show (16:9)</PresentationFormat>
  <Paragraphs>106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Auralization - Interactive Learning Platform</dc:title>
  <dc:subject>PptxGenJS Presentation</dc:subject>
  <dc:creator>Hamza</dc:creator>
  <cp:lastModifiedBy>hamza-asifbhai.zaveri</cp:lastModifiedBy>
  <cp:revision>2</cp:revision>
  <dcterms:created xsi:type="dcterms:W3CDTF">2026-01-28T12:14:18Z</dcterms:created>
  <dcterms:modified xsi:type="dcterms:W3CDTF">2026-01-28T12:37:53Z</dcterms:modified>
</cp:coreProperties>
</file>